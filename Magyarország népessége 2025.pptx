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hu-H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102" d="100"/>
          <a:sy n="102" d="100"/>
        </p:scale>
        <p:origin x="138" y="3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FCDE4058-0688-4EB5-9E19-BD7CA106063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1498A8D8-DC40-4D0A-BE9A-614B80EAF78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u-HU"/>
              <a:t>Kattintson ide az alcím mintájának szerkesztéséhez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BC97B7C8-0673-4392-BA8E-C4B245FA6B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A78FAB-1EC3-40C8-ADD3-266788085FA0}" type="datetimeFigureOut">
              <a:rPr lang="hu-HU" smtClean="0"/>
              <a:t>2026. 09. 18.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9B691CAE-E3D4-465A-AF7A-4B73D4AE59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DED5357B-C984-4629-9804-F9CCAC66A0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36A1E1-E518-4CD3-A06A-9BCF6DA5B07F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7704058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E29C682A-AA2A-4625-ADD7-5E16BECFE3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70D4DFB7-455D-4AFD-8CFA-425C34266BD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93C9D8E6-32D6-4DAC-80B9-46D2A2F689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A78FAB-1EC3-40C8-ADD3-266788085FA0}" type="datetimeFigureOut">
              <a:rPr lang="hu-HU" smtClean="0"/>
              <a:t>2026. 09. 18.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C2E51E68-4232-4FA7-8062-26BDD372E3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C1BFAB6A-DA7A-4A81-8D8A-4274F67FA4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36A1E1-E518-4CD3-A06A-9BCF6DA5B07F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9653691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0620AD66-B423-48F5-A361-A4754E0D9B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C4F5C4FE-01C7-4415-B725-20B67CAC927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35D8C5B9-EFAE-4B81-A34D-A47A05FAAF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A78FAB-1EC3-40C8-ADD3-266788085FA0}" type="datetimeFigureOut">
              <a:rPr lang="hu-HU" smtClean="0"/>
              <a:t>2026. 09. 18.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119363E7-42CB-425B-A0EA-88C354E656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262AFB4A-E0FF-4420-A35B-83A1B1ABC7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36A1E1-E518-4CD3-A06A-9BCF6DA5B07F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77318828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3A8A1C65-80B4-451D-A56B-126DC9C1DD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F58F7D92-3AF6-4D3B-9D03-9E58AB48B27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BB90662D-F21D-40B8-BD31-8D8574DF2FE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311FB4F1-10E1-4614-A568-10C7D2A3C7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A78FAB-1EC3-40C8-ADD3-266788085FA0}" type="datetimeFigureOut">
              <a:rPr lang="hu-HU" smtClean="0"/>
              <a:t>2026. 09. 18.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229F27DD-2BE8-410F-AEA5-3584E7A12D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2ADE1B8B-E502-4F35-8D91-74C7376ED1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36A1E1-E518-4CD3-A06A-9BCF6DA5B07F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11835486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4BF679B-DEB6-42F6-941A-EFB11267B9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745C0717-665E-437F-A188-D43D5E17EBE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11C16D12-D0F4-4AC0-818B-22A2951F837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Szöveg helye 4">
            <a:extLst>
              <a:ext uri="{FF2B5EF4-FFF2-40B4-BE49-F238E27FC236}">
                <a16:creationId xmlns:a16="http://schemas.microsoft.com/office/drawing/2014/main" id="{EDCB3C57-F284-4306-9B01-B65E480B6FE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Tartalom helye 5">
            <a:extLst>
              <a:ext uri="{FF2B5EF4-FFF2-40B4-BE49-F238E27FC236}">
                <a16:creationId xmlns:a16="http://schemas.microsoft.com/office/drawing/2014/main" id="{51680D21-FC0D-47F9-83D6-C82DC33D7BB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7" name="Dátum helye 6">
            <a:extLst>
              <a:ext uri="{FF2B5EF4-FFF2-40B4-BE49-F238E27FC236}">
                <a16:creationId xmlns:a16="http://schemas.microsoft.com/office/drawing/2014/main" id="{465B5769-88D6-4F6B-9FD9-F997594022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A78FAB-1EC3-40C8-ADD3-266788085FA0}" type="datetimeFigureOut">
              <a:rPr lang="hu-HU" smtClean="0"/>
              <a:t>2026. 09. 18.</a:t>
            </a:fld>
            <a:endParaRPr lang="hu-HU"/>
          </a:p>
        </p:txBody>
      </p:sp>
      <p:sp>
        <p:nvSpPr>
          <p:cNvPr id="8" name="Élőláb helye 7">
            <a:extLst>
              <a:ext uri="{FF2B5EF4-FFF2-40B4-BE49-F238E27FC236}">
                <a16:creationId xmlns:a16="http://schemas.microsoft.com/office/drawing/2014/main" id="{7FF8780C-15F0-497F-8070-9B27A07F2A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9" name="Dia számának helye 8">
            <a:extLst>
              <a:ext uri="{FF2B5EF4-FFF2-40B4-BE49-F238E27FC236}">
                <a16:creationId xmlns:a16="http://schemas.microsoft.com/office/drawing/2014/main" id="{B832E952-7CC1-44AB-8EAD-5098D812B3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36A1E1-E518-4CD3-A06A-9BCF6DA5B07F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08796309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71EEBA13-7729-45E5-90F1-B90EE200F5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Dátum helye 2">
            <a:extLst>
              <a:ext uri="{FF2B5EF4-FFF2-40B4-BE49-F238E27FC236}">
                <a16:creationId xmlns:a16="http://schemas.microsoft.com/office/drawing/2014/main" id="{FB3E281F-5715-4750-9D52-33657229BF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A78FAB-1EC3-40C8-ADD3-266788085FA0}" type="datetimeFigureOut">
              <a:rPr lang="hu-HU" smtClean="0"/>
              <a:t>2026. 09. 18.</a:t>
            </a:fld>
            <a:endParaRPr lang="hu-HU"/>
          </a:p>
        </p:txBody>
      </p:sp>
      <p:sp>
        <p:nvSpPr>
          <p:cNvPr id="4" name="Élőláb helye 3">
            <a:extLst>
              <a:ext uri="{FF2B5EF4-FFF2-40B4-BE49-F238E27FC236}">
                <a16:creationId xmlns:a16="http://schemas.microsoft.com/office/drawing/2014/main" id="{F7E28A99-A8D1-4B3B-A9C2-9075DD4A63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AB3589EC-26A9-41B7-BE51-CA67D2894C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36A1E1-E518-4CD3-A06A-9BCF6DA5B07F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99777481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átum helye 1">
            <a:extLst>
              <a:ext uri="{FF2B5EF4-FFF2-40B4-BE49-F238E27FC236}">
                <a16:creationId xmlns:a16="http://schemas.microsoft.com/office/drawing/2014/main" id="{CBDA90D3-414F-425E-B697-3D68A53D25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A78FAB-1EC3-40C8-ADD3-266788085FA0}" type="datetimeFigureOut">
              <a:rPr lang="hu-HU" smtClean="0"/>
              <a:t>2026. 09. 18.</a:t>
            </a:fld>
            <a:endParaRPr lang="hu-HU"/>
          </a:p>
        </p:txBody>
      </p:sp>
      <p:sp>
        <p:nvSpPr>
          <p:cNvPr id="3" name="Élőláb helye 2">
            <a:extLst>
              <a:ext uri="{FF2B5EF4-FFF2-40B4-BE49-F238E27FC236}">
                <a16:creationId xmlns:a16="http://schemas.microsoft.com/office/drawing/2014/main" id="{6457F2EA-66A4-4132-BCAF-B4BE4D7D92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Dia számának helye 3">
            <a:extLst>
              <a:ext uri="{FF2B5EF4-FFF2-40B4-BE49-F238E27FC236}">
                <a16:creationId xmlns:a16="http://schemas.microsoft.com/office/drawing/2014/main" id="{A9860754-7DC2-47EF-90DE-A735924C99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36A1E1-E518-4CD3-A06A-9BCF6DA5B07F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5646505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04DD19A-4A58-49F6-B2A2-525C30AE08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B30F1B70-2818-463C-A250-19B2F757E4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1845E0A3-B1D0-4E0A-A226-8CC2AA21E81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E60B0629-9DE5-4FEC-BA18-CAF5806269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A78FAB-1EC3-40C8-ADD3-266788085FA0}" type="datetimeFigureOut">
              <a:rPr lang="hu-HU" smtClean="0"/>
              <a:t>2026. 09. 18.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E6B80769-E721-427A-BCDA-CBF435088E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430ECE15-E594-4256-93AB-3C574A9E18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36A1E1-E518-4CD3-A06A-9BCF6DA5B07F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7096887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0F6E2AEC-653C-4E8C-97D8-91AC7CB25A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Kép helye 2">
            <a:extLst>
              <a:ext uri="{FF2B5EF4-FFF2-40B4-BE49-F238E27FC236}">
                <a16:creationId xmlns:a16="http://schemas.microsoft.com/office/drawing/2014/main" id="{2E65E3E1-EC83-46FE-9878-4BD5DD6B122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hu-HU"/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4C2EA00C-2321-4723-BD9A-37DE02D0459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58ADA2A0-8442-4DE0-A770-7590F40E86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A78FAB-1EC3-40C8-ADD3-266788085FA0}" type="datetimeFigureOut">
              <a:rPr lang="hu-HU" smtClean="0"/>
              <a:t>2026. 09. 18.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0E204772-3073-4998-A675-BD23243992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FF7BD56D-D98C-4D75-8DB3-64A31B70E9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36A1E1-E518-4CD3-A06A-9BCF6DA5B07F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10489399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CFC3968B-3AE7-4511-929F-2C86B1839E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>
            <a:extLst>
              <a:ext uri="{FF2B5EF4-FFF2-40B4-BE49-F238E27FC236}">
                <a16:creationId xmlns:a16="http://schemas.microsoft.com/office/drawing/2014/main" id="{AFFA67FF-F21E-4538-BC07-FAE45453969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282DB4E1-374A-4120-ABC3-C7DCB307EE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A78FAB-1EC3-40C8-ADD3-266788085FA0}" type="datetimeFigureOut">
              <a:rPr lang="hu-HU" smtClean="0"/>
              <a:t>2026. 09. 18.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4AF0CDCF-6139-449E-AEA1-C6AE23BAED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214E7972-9E23-4E29-922E-1384CE6B91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36A1E1-E518-4CD3-A06A-9BCF6DA5B07F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9367148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üggőleges cím 1">
            <a:extLst>
              <a:ext uri="{FF2B5EF4-FFF2-40B4-BE49-F238E27FC236}">
                <a16:creationId xmlns:a16="http://schemas.microsoft.com/office/drawing/2014/main" id="{C2C55D1C-093A-42A7-B20C-050F00F94CE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>
            <a:extLst>
              <a:ext uri="{FF2B5EF4-FFF2-40B4-BE49-F238E27FC236}">
                <a16:creationId xmlns:a16="http://schemas.microsoft.com/office/drawing/2014/main" id="{88C1EA2B-79AE-419E-A034-6A79B2527A0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50D5A9D1-8D5A-4580-AB7B-E77E228D06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A78FAB-1EC3-40C8-ADD3-266788085FA0}" type="datetimeFigureOut">
              <a:rPr lang="hu-HU" smtClean="0"/>
              <a:t>2026. 09. 18.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E9E3AFED-5142-40A6-89EA-AAEE061EA4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123401FB-01B5-4610-A7C1-07A574C666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36A1E1-E518-4CD3-A06A-9BCF6DA5B07F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64241981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helye 1">
            <a:extLst>
              <a:ext uri="{FF2B5EF4-FFF2-40B4-BE49-F238E27FC236}">
                <a16:creationId xmlns:a16="http://schemas.microsoft.com/office/drawing/2014/main" id="{6D93CD5E-C7C1-49C0-9E34-22A221C4FE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FF92BB91-1982-4BA0-8904-537337E4F58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ABEEF4A8-14BC-4408-BA56-A7A39890C9F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AA78FAB-1EC3-40C8-ADD3-266788085FA0}" type="datetimeFigureOut">
              <a:rPr lang="hu-HU" smtClean="0"/>
              <a:t>2026. 09. 18.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918E8122-DB58-4DF2-B240-F3FA91B306F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7A747D9B-69B0-42E1-BE3B-20E17A1DE3E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F36A1E1-E518-4CD3-A06A-9BCF6DA5B07F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6822633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u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" Target="slide4.xml"/><Relationship Id="rId2" Type="http://schemas.openxmlformats.org/officeDocument/2006/relationships/slide" Target="slide3.xml"/><Relationship Id="rId1" Type="http://schemas.openxmlformats.org/officeDocument/2006/relationships/slideLayout" Target="../slideLayouts/slideLayout2.xml"/><Relationship Id="rId4" Type="http://schemas.openxmlformats.org/officeDocument/2006/relationships/slide" Target="slide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slide" Target="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" Target="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l="-6000" r="-6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A758AEFF-8460-4DEB-99E5-03DD171EB59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04268"/>
            <a:ext cx="9144000" cy="2387600"/>
          </a:xfrm>
        </p:spPr>
        <p:txBody>
          <a:bodyPr/>
          <a:lstStyle/>
          <a:p>
            <a:r>
              <a:rPr lang="hu-HU" dirty="0"/>
              <a:t>Magyarország népessége 2025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AFCA2A1B-FDD6-43CA-B4B3-5031BCBF0DE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hu-HU" dirty="0"/>
              <a:t>Készítette: Porkoláb Ferenc és Guba Donát</a:t>
            </a:r>
          </a:p>
        </p:txBody>
      </p:sp>
    </p:spTree>
    <p:extLst>
      <p:ext uri="{BB962C8B-B14F-4D97-AF65-F5344CB8AC3E}">
        <p14:creationId xmlns:p14="http://schemas.microsoft.com/office/powerpoint/2010/main" val="8537516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237ECA7-48AD-42E5-8066-58F1BF6FE1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 dirty="0">
                <a:solidFill>
                  <a:schemeClr val="bg1"/>
                </a:solidFill>
              </a:rPr>
              <a:t>Főmenü</a:t>
            </a:r>
          </a:p>
        </p:txBody>
      </p:sp>
      <p:sp>
        <p:nvSpPr>
          <p:cNvPr id="4" name="Téglalap: lekerekített 3">
            <a:hlinkClick r:id="rId2" action="ppaction://hlinksldjump"/>
            <a:extLst>
              <a:ext uri="{FF2B5EF4-FFF2-40B4-BE49-F238E27FC236}">
                <a16:creationId xmlns:a16="http://schemas.microsoft.com/office/drawing/2014/main" id="{86BA6454-12C2-46DE-B829-1A342F8199A7}"/>
              </a:ext>
            </a:extLst>
          </p:cNvPr>
          <p:cNvSpPr/>
          <p:nvPr/>
        </p:nvSpPr>
        <p:spPr>
          <a:xfrm>
            <a:off x="729006" y="1813072"/>
            <a:ext cx="2960017" cy="5057480"/>
          </a:xfrm>
          <a:prstGeom prst="roundRect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4800" dirty="0">
                <a:solidFill>
                  <a:schemeClr val="tx1"/>
                </a:solidFill>
              </a:rPr>
              <a:t>1.</a:t>
            </a:r>
          </a:p>
          <a:p>
            <a:pPr algn="ctr"/>
            <a:r>
              <a:rPr lang="hu-HU" sz="4800" dirty="0">
                <a:solidFill>
                  <a:schemeClr val="tx1"/>
                </a:solidFill>
              </a:rPr>
              <a:t>Megye</a:t>
            </a:r>
          </a:p>
          <a:p>
            <a:pPr algn="ctr"/>
            <a:r>
              <a:rPr lang="hu-HU" sz="4800" dirty="0">
                <a:solidFill>
                  <a:schemeClr val="tx1"/>
                </a:solidFill>
              </a:rPr>
              <a:t>Adatai</a:t>
            </a:r>
          </a:p>
        </p:txBody>
      </p:sp>
      <p:sp>
        <p:nvSpPr>
          <p:cNvPr id="5" name="Téglalap: lekerekített 4">
            <a:hlinkClick r:id="rId3" action="ppaction://hlinksldjump"/>
            <a:extLst>
              <a:ext uri="{FF2B5EF4-FFF2-40B4-BE49-F238E27FC236}">
                <a16:creationId xmlns:a16="http://schemas.microsoft.com/office/drawing/2014/main" id="{A1C52EC6-8479-48C2-8709-4872D381F6EC}"/>
              </a:ext>
            </a:extLst>
          </p:cNvPr>
          <p:cNvSpPr/>
          <p:nvPr/>
        </p:nvSpPr>
        <p:spPr>
          <a:xfrm>
            <a:off x="4615991" y="1813072"/>
            <a:ext cx="2960017" cy="5057480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4800" dirty="0">
                <a:solidFill>
                  <a:schemeClr val="tx1"/>
                </a:solidFill>
              </a:rPr>
              <a:t>2. Település Adatai</a:t>
            </a:r>
          </a:p>
        </p:txBody>
      </p:sp>
      <p:sp>
        <p:nvSpPr>
          <p:cNvPr id="6" name="Téglalap: lekerekített 5">
            <a:hlinkClick r:id="rId4" action="ppaction://hlinksldjump"/>
            <a:extLst>
              <a:ext uri="{FF2B5EF4-FFF2-40B4-BE49-F238E27FC236}">
                <a16:creationId xmlns:a16="http://schemas.microsoft.com/office/drawing/2014/main" id="{EB7939EE-3D37-4AF0-9151-196D48AFEBD2}"/>
              </a:ext>
            </a:extLst>
          </p:cNvPr>
          <p:cNvSpPr/>
          <p:nvPr/>
        </p:nvSpPr>
        <p:spPr>
          <a:xfrm>
            <a:off x="8502976" y="1825625"/>
            <a:ext cx="2960017" cy="5032375"/>
          </a:xfrm>
          <a:prstGeom prst="round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4800" dirty="0">
                <a:solidFill>
                  <a:schemeClr val="tx1"/>
                </a:solidFill>
              </a:rPr>
              <a:t>X. Kilépés</a:t>
            </a:r>
          </a:p>
        </p:txBody>
      </p:sp>
    </p:spTree>
    <p:extLst>
      <p:ext uri="{BB962C8B-B14F-4D97-AF65-F5344CB8AC3E}">
        <p14:creationId xmlns:p14="http://schemas.microsoft.com/office/powerpoint/2010/main" val="391531037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Téglalap: lekerekített 30">
            <a:extLst>
              <a:ext uri="{FF2B5EF4-FFF2-40B4-BE49-F238E27FC236}">
                <a16:creationId xmlns:a16="http://schemas.microsoft.com/office/drawing/2014/main" id="{7C4544C5-5A43-46CB-B2C7-1E116F997894}"/>
              </a:ext>
            </a:extLst>
          </p:cNvPr>
          <p:cNvSpPr/>
          <p:nvPr/>
        </p:nvSpPr>
        <p:spPr>
          <a:xfrm>
            <a:off x="8011039" y="2103436"/>
            <a:ext cx="3570659" cy="3450408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 algn="ctr">
              <a:buFont typeface="Arial" panose="020B0604020202020204" pitchFamily="34" charset="0"/>
              <a:buChar char="•"/>
            </a:pPr>
            <a:r>
              <a:rPr lang="hu-HU" dirty="0">
                <a:solidFill>
                  <a:schemeClr val="tx1"/>
                </a:solidFill>
              </a:rPr>
              <a:t>A lefutás végén a program kiírja a megyében élők számát.</a:t>
            </a:r>
          </a:p>
          <a:p>
            <a:pPr algn="ctr"/>
            <a:r>
              <a:rPr lang="hu-HU" dirty="0">
                <a:solidFill>
                  <a:schemeClr val="tx1"/>
                </a:solidFill>
              </a:rPr>
              <a:t>Kiírja a megye városainak számát és a megye városaiban élők számát.</a:t>
            </a:r>
            <a:endParaRPr lang="hu-HU" dirty="0"/>
          </a:p>
        </p:txBody>
      </p:sp>
      <p:sp>
        <p:nvSpPr>
          <p:cNvPr id="30" name="Téglalap: lekerekített 29">
            <a:extLst>
              <a:ext uri="{FF2B5EF4-FFF2-40B4-BE49-F238E27FC236}">
                <a16:creationId xmlns:a16="http://schemas.microsoft.com/office/drawing/2014/main" id="{C6C45C0E-A42D-4572-9669-C0417443862C}"/>
              </a:ext>
            </a:extLst>
          </p:cNvPr>
          <p:cNvSpPr/>
          <p:nvPr/>
        </p:nvSpPr>
        <p:spPr>
          <a:xfrm>
            <a:off x="3995915" y="2103436"/>
            <a:ext cx="3570660" cy="3450408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dirty="0"/>
          </a:p>
        </p:txBody>
      </p:sp>
      <p:sp>
        <p:nvSpPr>
          <p:cNvPr id="29" name="Téglalap: lekerekített 28">
            <a:extLst>
              <a:ext uri="{FF2B5EF4-FFF2-40B4-BE49-F238E27FC236}">
                <a16:creationId xmlns:a16="http://schemas.microsoft.com/office/drawing/2014/main" id="{8AA8D7B7-ED67-499A-8DE7-BD556B43BCD0}"/>
              </a:ext>
            </a:extLst>
          </p:cNvPr>
          <p:cNvSpPr/>
          <p:nvPr/>
        </p:nvSpPr>
        <p:spPr>
          <a:xfrm>
            <a:off x="3995915" y="2103436"/>
            <a:ext cx="3570660" cy="3450408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14" name="Téglalap: lekerekített 13">
            <a:extLst>
              <a:ext uri="{FF2B5EF4-FFF2-40B4-BE49-F238E27FC236}">
                <a16:creationId xmlns:a16="http://schemas.microsoft.com/office/drawing/2014/main" id="{F6CDC7B4-F32F-4297-A90E-2D9F38BE1ACC}"/>
              </a:ext>
            </a:extLst>
          </p:cNvPr>
          <p:cNvSpPr/>
          <p:nvPr/>
        </p:nvSpPr>
        <p:spPr>
          <a:xfrm>
            <a:off x="0" y="2103436"/>
            <a:ext cx="3570660" cy="3450408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dirty="0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BCC2DC34-EC0C-4310-8EDC-1B0F1B7704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22158" y="91985"/>
            <a:ext cx="3234267" cy="1325563"/>
          </a:xfrm>
        </p:spPr>
        <p:txBody>
          <a:bodyPr/>
          <a:lstStyle/>
          <a:p>
            <a:r>
              <a:rPr lang="hu-HU" dirty="0">
                <a:solidFill>
                  <a:schemeClr val="bg1"/>
                </a:solidFill>
              </a:rPr>
              <a:t>Megye adatai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D3C9CC84-E556-405F-B9C2-842EBCAB4C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8058" y="2400550"/>
            <a:ext cx="3354543" cy="1028450"/>
          </a:xfrm>
        </p:spPr>
        <p:txBody>
          <a:bodyPr>
            <a:noAutofit/>
          </a:bodyPr>
          <a:lstStyle/>
          <a:p>
            <a:r>
              <a:rPr lang="hu-HU" sz="1800" dirty="0"/>
              <a:t>Ha a főmenüben az 1-est választjuk akkor a program bekér tőlünk egy megyeazonosítót</a:t>
            </a:r>
          </a:p>
        </p:txBody>
      </p:sp>
      <p:sp>
        <p:nvSpPr>
          <p:cNvPr id="6" name="Szövegdoboz 5">
            <a:extLst>
              <a:ext uri="{FF2B5EF4-FFF2-40B4-BE49-F238E27FC236}">
                <a16:creationId xmlns:a16="http://schemas.microsoft.com/office/drawing/2014/main" id="{5DB183FF-7D7D-453A-8992-6214F16ECB37}"/>
              </a:ext>
            </a:extLst>
          </p:cNvPr>
          <p:cNvSpPr txBox="1"/>
          <p:nvPr/>
        </p:nvSpPr>
        <p:spPr>
          <a:xfrm>
            <a:off x="3995915" y="2397479"/>
            <a:ext cx="3589869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hu-HU" dirty="0"/>
              <a:t>Amint beírtuk az általunk választott azonosítót, megnézi a program hogy valóban van-e ilyen. Majd elkezdi kiszámolni a megyében lévő települések számát, a megye teljes lakosságát és a megye városaiban élő lakosainak számát. Ha az azonosító nem található akkor a program megáll.</a:t>
            </a:r>
          </a:p>
        </p:txBody>
      </p:sp>
      <p:sp>
        <p:nvSpPr>
          <p:cNvPr id="21" name="Téglalap: lekerekített 20">
            <a:hlinkClick r:id="rId2" action="ppaction://hlinksldjump"/>
            <a:extLst>
              <a:ext uri="{FF2B5EF4-FFF2-40B4-BE49-F238E27FC236}">
                <a16:creationId xmlns:a16="http://schemas.microsoft.com/office/drawing/2014/main" id="{5180A07C-833A-4AF5-8286-885F978D86E1}"/>
              </a:ext>
            </a:extLst>
          </p:cNvPr>
          <p:cNvSpPr/>
          <p:nvPr/>
        </p:nvSpPr>
        <p:spPr>
          <a:xfrm>
            <a:off x="9624767" y="316029"/>
            <a:ext cx="2337847" cy="730346"/>
          </a:xfrm>
          <a:prstGeom prst="roundRect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4400" dirty="0">
                <a:solidFill>
                  <a:schemeClr val="tx1"/>
                </a:solidFill>
              </a:rPr>
              <a:t>Vissza</a:t>
            </a:r>
          </a:p>
        </p:txBody>
      </p:sp>
    </p:spTree>
    <p:extLst>
      <p:ext uri="{BB962C8B-B14F-4D97-AF65-F5344CB8AC3E}">
        <p14:creationId xmlns:p14="http://schemas.microsoft.com/office/powerpoint/2010/main" val="128818815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églalap: lekerekített 7">
            <a:hlinkClick r:id="rId2" action="ppaction://hlinksldjump"/>
            <a:extLst>
              <a:ext uri="{FF2B5EF4-FFF2-40B4-BE49-F238E27FC236}">
                <a16:creationId xmlns:a16="http://schemas.microsoft.com/office/drawing/2014/main" id="{EA67D50F-EC2F-437B-8CFE-0CB9018C4E25}"/>
              </a:ext>
            </a:extLst>
          </p:cNvPr>
          <p:cNvSpPr/>
          <p:nvPr/>
        </p:nvSpPr>
        <p:spPr>
          <a:xfrm>
            <a:off x="9609666" y="104231"/>
            <a:ext cx="2336800" cy="872066"/>
          </a:xfrm>
          <a:prstGeom prst="roundRect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4400" dirty="0">
                <a:solidFill>
                  <a:schemeClr val="tx1"/>
                </a:solidFill>
              </a:rPr>
              <a:t>Vissza</a:t>
            </a:r>
          </a:p>
        </p:txBody>
      </p:sp>
      <p:sp>
        <p:nvSpPr>
          <p:cNvPr id="4" name="Téglalap: lekerekített 3">
            <a:extLst>
              <a:ext uri="{FF2B5EF4-FFF2-40B4-BE49-F238E27FC236}">
                <a16:creationId xmlns:a16="http://schemas.microsoft.com/office/drawing/2014/main" id="{7FF0514F-080E-4CA1-A561-08354E44E024}"/>
              </a:ext>
            </a:extLst>
          </p:cNvPr>
          <p:cNvSpPr/>
          <p:nvPr/>
        </p:nvSpPr>
        <p:spPr>
          <a:xfrm>
            <a:off x="230565" y="1539859"/>
            <a:ext cx="3582184" cy="4091233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95E8E38D-3B38-401C-832A-DC5D5469AF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1707" y="104231"/>
            <a:ext cx="4073165" cy="1325563"/>
          </a:xfrm>
        </p:spPr>
        <p:txBody>
          <a:bodyPr/>
          <a:lstStyle/>
          <a:p>
            <a:r>
              <a:rPr lang="hu-HU" dirty="0">
                <a:solidFill>
                  <a:schemeClr val="bg1"/>
                </a:solidFill>
              </a:rPr>
              <a:t>Település adatai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9248EAA3-75F8-474C-BF00-447CEBA10C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5269" y="1891612"/>
            <a:ext cx="3092777" cy="1068404"/>
          </a:xfrm>
        </p:spPr>
        <p:txBody>
          <a:bodyPr>
            <a:normAutofit/>
          </a:bodyPr>
          <a:lstStyle/>
          <a:p>
            <a:r>
              <a:rPr lang="hu-HU" sz="1800" dirty="0"/>
              <a:t>Ha a 2es-t választjuk akkor a program bekér egy település típust.</a:t>
            </a:r>
          </a:p>
        </p:txBody>
      </p:sp>
      <p:sp>
        <p:nvSpPr>
          <p:cNvPr id="6" name="Téglalap: lekerekített 5">
            <a:extLst>
              <a:ext uri="{FF2B5EF4-FFF2-40B4-BE49-F238E27FC236}">
                <a16:creationId xmlns:a16="http://schemas.microsoft.com/office/drawing/2014/main" id="{6FAC173C-2CC3-4959-A48E-2AA4BFDA1337}"/>
              </a:ext>
            </a:extLst>
          </p:cNvPr>
          <p:cNvSpPr/>
          <p:nvPr/>
        </p:nvSpPr>
        <p:spPr>
          <a:xfrm>
            <a:off x="4267199" y="1539858"/>
            <a:ext cx="3582183" cy="4091233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dirty="0"/>
          </a:p>
        </p:txBody>
      </p:sp>
      <p:sp>
        <p:nvSpPr>
          <p:cNvPr id="7" name="Szövegdoboz 6">
            <a:extLst>
              <a:ext uri="{FF2B5EF4-FFF2-40B4-BE49-F238E27FC236}">
                <a16:creationId xmlns:a16="http://schemas.microsoft.com/office/drawing/2014/main" id="{F6CF3470-DC73-49DD-8E99-DFA3A393C642}"/>
              </a:ext>
            </a:extLst>
          </p:cNvPr>
          <p:cNvSpPr txBox="1"/>
          <p:nvPr/>
        </p:nvSpPr>
        <p:spPr>
          <a:xfrm>
            <a:off x="4504265" y="1891612"/>
            <a:ext cx="304800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hu-HU" dirty="0"/>
              <a:t>Ezután a program összeszámolja hány ilyen típusú </a:t>
            </a:r>
            <a:r>
              <a:rPr lang="hu-HU" dirty="0" err="1"/>
              <a:t>telpülés</a:t>
            </a:r>
            <a:r>
              <a:rPr lang="hu-HU" dirty="0"/>
              <a:t> van és kiírja</a:t>
            </a:r>
          </a:p>
        </p:txBody>
      </p:sp>
      <p:sp>
        <p:nvSpPr>
          <p:cNvPr id="9" name="Téglalap: lekerekített 8">
            <a:extLst>
              <a:ext uri="{FF2B5EF4-FFF2-40B4-BE49-F238E27FC236}">
                <a16:creationId xmlns:a16="http://schemas.microsoft.com/office/drawing/2014/main" id="{B29CB51B-8709-42C2-B095-16649CED83A6}"/>
              </a:ext>
            </a:extLst>
          </p:cNvPr>
          <p:cNvSpPr/>
          <p:nvPr/>
        </p:nvSpPr>
        <p:spPr>
          <a:xfrm>
            <a:off x="8303832" y="1539857"/>
            <a:ext cx="3582183" cy="4091233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10" name="Szövegdoboz 9">
            <a:extLst>
              <a:ext uri="{FF2B5EF4-FFF2-40B4-BE49-F238E27FC236}">
                <a16:creationId xmlns:a16="http://schemas.microsoft.com/office/drawing/2014/main" id="{DD802F8E-6139-434F-A5E4-94AE59336A20}"/>
              </a:ext>
            </a:extLst>
          </p:cNvPr>
          <p:cNvSpPr txBox="1"/>
          <p:nvPr/>
        </p:nvSpPr>
        <p:spPr>
          <a:xfrm>
            <a:off x="8687339" y="1891612"/>
            <a:ext cx="28151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/>
              <a:t>Majd kiírja a települések neveit és a települések lakosainak számát</a:t>
            </a:r>
          </a:p>
        </p:txBody>
      </p:sp>
    </p:spTree>
    <p:extLst>
      <p:ext uri="{BB962C8B-B14F-4D97-AF65-F5344CB8AC3E}">
        <p14:creationId xmlns:p14="http://schemas.microsoft.com/office/powerpoint/2010/main" val="412586523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l="-6000" r="-6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7C785177-12DF-45D9-8C3B-F79788D33B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12164" y="120028"/>
            <a:ext cx="1367672" cy="1325563"/>
          </a:xfrm>
        </p:spPr>
        <p:txBody>
          <a:bodyPr/>
          <a:lstStyle/>
          <a:p>
            <a:r>
              <a:rPr lang="hu-HU" dirty="0"/>
              <a:t>Vége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1D65F5AF-A766-4CF0-BCDA-4E926FDC6C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402" y="2723805"/>
            <a:ext cx="6967195" cy="1256941"/>
          </a:xfrm>
        </p:spPr>
        <p:txBody>
          <a:bodyPr>
            <a:normAutofit/>
          </a:bodyPr>
          <a:lstStyle/>
          <a:p>
            <a:r>
              <a:rPr lang="hu-HU" sz="5400" dirty="0"/>
              <a:t>Köszönjük a figyelmet!!</a:t>
            </a:r>
          </a:p>
        </p:txBody>
      </p:sp>
    </p:spTree>
    <p:extLst>
      <p:ext uri="{BB962C8B-B14F-4D97-AF65-F5344CB8AC3E}">
        <p14:creationId xmlns:p14="http://schemas.microsoft.com/office/powerpoint/2010/main" val="89041447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148</Words>
  <Application>Microsoft Office PowerPoint</Application>
  <PresentationFormat>Szélesvásznú</PresentationFormat>
  <Paragraphs>21</Paragraphs>
  <Slides>5</Slides>
  <Notes>0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3</vt:i4>
      </vt:variant>
      <vt:variant>
        <vt:lpstr>Téma</vt:lpstr>
      </vt:variant>
      <vt:variant>
        <vt:i4>1</vt:i4>
      </vt:variant>
      <vt:variant>
        <vt:lpstr>Diacímek</vt:lpstr>
      </vt:variant>
      <vt:variant>
        <vt:i4>5</vt:i4>
      </vt:variant>
    </vt:vector>
  </HeadingPairs>
  <TitlesOfParts>
    <vt:vector size="9" baseType="lpstr">
      <vt:lpstr>Arial</vt:lpstr>
      <vt:lpstr>Calibri</vt:lpstr>
      <vt:lpstr>Calibri Light</vt:lpstr>
      <vt:lpstr>Office-téma</vt:lpstr>
      <vt:lpstr>Magyarország népessége 2025</vt:lpstr>
      <vt:lpstr>Főmenü</vt:lpstr>
      <vt:lpstr>Megye adatai</vt:lpstr>
      <vt:lpstr>Település adatai</vt:lpstr>
      <vt:lpstr>Vége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Magyarország népessége 2025</dc:title>
  <dc:creator>Guba Donát</dc:creator>
  <cp:lastModifiedBy>Guba Donát</cp:lastModifiedBy>
  <cp:revision>8</cp:revision>
  <dcterms:created xsi:type="dcterms:W3CDTF">2026-09-15T12:12:33Z</dcterms:created>
  <dcterms:modified xsi:type="dcterms:W3CDTF">2026-09-18T09:18:21Z</dcterms:modified>
</cp:coreProperties>
</file>