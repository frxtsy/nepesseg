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CDE4058-0688-4EB5-9E19-BD7CA1060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498A8D8-DC40-4D0A-BE9A-614B80EAF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97B7C8-0673-4392-BA8E-C4B245FA6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B691CAE-E3D4-465A-AF7A-4B73D4AE5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ED5357B-C984-4629-9804-F9CCAC66A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0405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9C682A-AA2A-4625-ADD7-5E16BECF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D4DFB7-455D-4AFD-8CFA-425C34266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3C9D8E6-32D6-4DAC-80B9-46D2A2F68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2E51E68-4232-4FA7-8062-26BDD372E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BFAB6A-DA7A-4A81-8D8A-4274F67FA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5369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20AD66-B423-48F5-A361-A4754E0D9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4F5C4FE-01C7-4415-B725-20B67CAC9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5D8C5B9-EFAE-4B81-A34D-A47A05FAA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19363E7-42CB-425B-A0EA-88C354E65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62AFB4A-E0FF-4420-A35B-83A1B1AB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3188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8A1C65-80B4-451D-A56B-126DC9C1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8F7D92-3AF6-4D3B-9D03-9E58AB48B2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B90662D-F21D-40B8-BD31-8D8574DF2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11FB4F1-10E1-4614-A568-10C7D2A3C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29F27DD-2BE8-410F-AEA5-3584E7A12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ADE1B8B-E502-4F35-8D91-74C7376ED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8354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BF679B-DEB6-42F6-941A-EFB11267B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45C0717-665E-437F-A188-D43D5E17E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1C16D12-D0F4-4AC0-818B-22A2951F83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DCB3C57-F284-4306-9B01-B65E480B6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1680D21-FC0D-47F9-83D6-C82DC33D7B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465B5769-88D6-4F6B-9FD9-F99759402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FF8780C-15F0-497F-8070-9B27A07F2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832E952-7CC1-44AB-8EAD-5098D812B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7963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EEBA13-7729-45E5-90F1-B90EE200F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B3E281F-5715-4750-9D52-33657229B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7E28A99-A8D1-4B3B-A9C2-9075DD4A6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B3589EC-26A9-41B7-BE51-CA67D289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777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BDA90D3-414F-425E-B697-3D68A53D2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457F2EA-66A4-4132-BCAF-B4BE4D7D9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9860754-7DC2-47EF-90DE-A735924C9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646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4DD19A-4A58-49F6-B2A2-525C30AE0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30F1B70-2818-463C-A250-19B2F757E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845E0A3-B1D0-4E0A-A226-8CC2AA21E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60B0629-9DE5-4FEC-BA18-CAF58062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6B80769-E721-427A-BCDA-CBF435088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30ECE15-E594-4256-93AB-3C574A9E1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6E2AEC-653C-4E8C-97D8-91AC7CB2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E65E3E1-EC83-46FE-9878-4BD5DD6B12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C2EA00C-2321-4723-BD9A-37DE02D04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8ADA2A0-8442-4DE0-A770-7590F40E8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E204772-3073-4998-A675-BD2324399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F7BD56D-D98C-4D75-8DB3-64A31B70E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4893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C3968B-3AE7-4511-929F-2C86B183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FFA67FF-F21E-4538-BC07-FAE4545396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82DB4E1-374A-4120-ABC3-C7DCB307E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AF0CDCF-6139-449E-AEA1-C6AE23BA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4E7972-9E23-4E29-922E-1384CE6B9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6714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2C55D1C-093A-42A7-B20C-050F00F94C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8C1EA2B-79AE-419E-A034-6A79B2527A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0D5A9D1-8D5A-4580-AB7B-E77E228D0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E3AFED-5142-40A6-89EA-AAEE061EA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23401FB-01B5-4610-A7C1-07A574C66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2419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6D93CD5E-C7C1-49C0-9E34-22A221C4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F92BB91-1982-4BA0-8904-537337E4F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BEEF4A8-14BC-4408-BA56-A7A39890C9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A78FAB-1EC3-40C8-ADD3-266788085FA0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18E8122-DB58-4DF2-B240-F3FA91B30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A747D9B-69B0-42E1-BE3B-20E17A1DE3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2263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58AEFF-8460-4DEB-99E5-03DD171EB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268"/>
            <a:ext cx="9144000" cy="2387600"/>
          </a:xfrm>
        </p:spPr>
        <p:txBody>
          <a:bodyPr/>
          <a:lstStyle/>
          <a:p>
            <a:r>
              <a:rPr lang="hu-HU" dirty="0"/>
              <a:t>Magyarország népessége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FCA2A1B-FDD6-43CA-B4B3-5031BCBF0D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Porkoláb Ferenc és Guba Donát</a:t>
            </a:r>
          </a:p>
        </p:txBody>
      </p:sp>
    </p:spTree>
    <p:extLst>
      <p:ext uri="{BB962C8B-B14F-4D97-AF65-F5344CB8AC3E}">
        <p14:creationId xmlns:p14="http://schemas.microsoft.com/office/powerpoint/2010/main" val="85375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37ECA7-48AD-42E5-8066-58F1BF6FE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Főmenü</a:t>
            </a:r>
          </a:p>
        </p:txBody>
      </p:sp>
      <p:sp>
        <p:nvSpPr>
          <p:cNvPr id="4" name="Téglalap: lekerekített 3">
            <a:hlinkClick r:id="rId2" action="ppaction://hlinksldjump"/>
            <a:extLst>
              <a:ext uri="{FF2B5EF4-FFF2-40B4-BE49-F238E27FC236}">
                <a16:creationId xmlns:a16="http://schemas.microsoft.com/office/drawing/2014/main" id="{86BA6454-12C2-46DE-B829-1A342F8199A7}"/>
              </a:ext>
            </a:extLst>
          </p:cNvPr>
          <p:cNvSpPr/>
          <p:nvPr/>
        </p:nvSpPr>
        <p:spPr>
          <a:xfrm>
            <a:off x="729006" y="1813072"/>
            <a:ext cx="2960017" cy="5057480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800" dirty="0">
                <a:solidFill>
                  <a:schemeClr val="tx1"/>
                </a:solidFill>
              </a:rPr>
              <a:t>1.</a:t>
            </a:r>
          </a:p>
          <a:p>
            <a:pPr algn="ctr"/>
            <a:r>
              <a:rPr lang="hu-HU" sz="4800" dirty="0">
                <a:solidFill>
                  <a:schemeClr val="tx1"/>
                </a:solidFill>
              </a:rPr>
              <a:t>Megye</a:t>
            </a:r>
          </a:p>
          <a:p>
            <a:pPr algn="ctr"/>
            <a:r>
              <a:rPr lang="hu-HU" sz="4800" dirty="0">
                <a:solidFill>
                  <a:schemeClr val="tx1"/>
                </a:solidFill>
              </a:rPr>
              <a:t>Adatai</a:t>
            </a:r>
          </a:p>
        </p:txBody>
      </p:sp>
      <p:sp>
        <p:nvSpPr>
          <p:cNvPr id="5" name="Téglalap: lekerekített 4">
            <a:hlinkClick r:id="rId3" action="ppaction://hlinksldjump"/>
            <a:extLst>
              <a:ext uri="{FF2B5EF4-FFF2-40B4-BE49-F238E27FC236}">
                <a16:creationId xmlns:a16="http://schemas.microsoft.com/office/drawing/2014/main" id="{A1C52EC6-8479-48C2-8709-4872D381F6EC}"/>
              </a:ext>
            </a:extLst>
          </p:cNvPr>
          <p:cNvSpPr/>
          <p:nvPr/>
        </p:nvSpPr>
        <p:spPr>
          <a:xfrm>
            <a:off x="4615991" y="1813072"/>
            <a:ext cx="2960017" cy="50574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800" dirty="0">
                <a:solidFill>
                  <a:schemeClr val="tx1"/>
                </a:solidFill>
              </a:rPr>
              <a:t>2. Település Adatai</a:t>
            </a:r>
          </a:p>
        </p:txBody>
      </p:sp>
      <p:sp>
        <p:nvSpPr>
          <p:cNvPr id="6" name="Téglalap: lekerekített 5">
            <a:hlinkClick r:id="rId4" action="ppaction://hlinksldjump"/>
            <a:extLst>
              <a:ext uri="{FF2B5EF4-FFF2-40B4-BE49-F238E27FC236}">
                <a16:creationId xmlns:a16="http://schemas.microsoft.com/office/drawing/2014/main" id="{EB7939EE-3D37-4AF0-9151-196D48AFEBD2}"/>
              </a:ext>
            </a:extLst>
          </p:cNvPr>
          <p:cNvSpPr/>
          <p:nvPr/>
        </p:nvSpPr>
        <p:spPr>
          <a:xfrm>
            <a:off x="8502976" y="1825625"/>
            <a:ext cx="2960017" cy="50323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800" dirty="0">
                <a:solidFill>
                  <a:schemeClr val="tx1"/>
                </a:solidFill>
              </a:rPr>
              <a:t>X. Kilépés</a:t>
            </a:r>
          </a:p>
        </p:txBody>
      </p:sp>
    </p:spTree>
    <p:extLst>
      <p:ext uri="{BB962C8B-B14F-4D97-AF65-F5344CB8AC3E}">
        <p14:creationId xmlns:p14="http://schemas.microsoft.com/office/powerpoint/2010/main" val="3915310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C2DC34-EC0C-4310-8EDC-1B0F1B770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Megye adatai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3C9CC84-E556-405F-B9C2-842EBCAB4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8188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E8E38D-3B38-401C-832A-DC5D5469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Település adatai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248EAA3-75F8-474C-BF00-447CEBA10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5865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Szélesvásznú</PresentationFormat>
  <Paragraphs>10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Office-téma</vt:lpstr>
      <vt:lpstr>Magyarország népessége 2025</vt:lpstr>
      <vt:lpstr>Főmenü</vt:lpstr>
      <vt:lpstr>Megye adatai</vt:lpstr>
      <vt:lpstr>Település adatai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népessége 2025</dc:title>
  <dc:creator>Guba Donát</dc:creator>
  <cp:lastModifiedBy>Guba Donát</cp:lastModifiedBy>
  <cp:revision>2</cp:revision>
  <dcterms:created xsi:type="dcterms:W3CDTF">2026-09-15T12:12:33Z</dcterms:created>
  <dcterms:modified xsi:type="dcterms:W3CDTF">2026-09-15T12:20:08Z</dcterms:modified>
</cp:coreProperties>
</file>